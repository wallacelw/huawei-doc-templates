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94" r:id="rId5"/>
    <p:sldId id="293" r:id="rId6"/>
    <p:sldId id="295" r:id="rId7"/>
    <p:sldId id="315" r:id="rId8"/>
    <p:sldId id="285" r:id="rId9"/>
    <p:sldId id="280" r:id="rId10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927198-6A34-4E89-9AEE-AA7B74913D93}"/>
              </a:ext>
            </a:extLst>
          </p:cNvPr>
          <p:cNvSpPr/>
          <p:nvPr/>
        </p:nvSpPr>
        <p:spPr>
          <a:xfrm>
            <a:off x="1190469" y="2735936"/>
            <a:ext cx="18902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>
                <a:latin typeface="Huawei Sans" panose="020C0503030203020204" pitchFamily="34" charset="0"/>
                <a:ea typeface="微软雅黑" panose="020B0503020204020204" pitchFamily="34" charset="-122"/>
                <a:cs typeface="Huawei Sans" panose="020C0503030203020204" pitchFamily="34" charset="0"/>
              </a:rPr>
              <a:t>20XX.XX.XX  |  CHINA·XX</a:t>
            </a:r>
            <a:endParaRPr lang="zh-CN" altLang="en-US" sz="1200" dirty="0">
              <a:latin typeface="Huawei Sans" panose="020C0503030203020204" pitchFamily="34" charset="0"/>
              <a:ea typeface="微软雅黑" panose="020B0503020204020204" pitchFamily="34" charset="-122"/>
              <a:cs typeface="Huawei Sans" panose="020C0503030203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E1FE43-81E8-4875-8588-C52ED6F8CC06}"/>
              </a:ext>
            </a:extLst>
          </p:cNvPr>
          <p:cNvSpPr/>
          <p:nvPr/>
        </p:nvSpPr>
        <p:spPr>
          <a:xfrm>
            <a:off x="1190469" y="1774400"/>
            <a:ext cx="711925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4200">
                <a:latin typeface="Huawei Sans bold" panose="020C0803030203020204" pitchFamily="34" charset="0"/>
                <a:ea typeface="微软雅黑" panose="020B0503020204020204" pitchFamily="34" charset="-122"/>
                <a:cs typeface="Huawei Sans bold" panose="020C0803030203020204" pitchFamily="34" charset="0"/>
              </a:rPr>
              <a:t>Reshape Industries with AI</a:t>
            </a:r>
            <a:endParaRPr lang="zh-CN" altLang="en-US" sz="4200" dirty="0">
              <a:latin typeface="Huawei Sans bold" panose="020C0803030203020204" pitchFamily="34" charset="0"/>
              <a:ea typeface="微软雅黑" panose="020B0503020204020204" pitchFamily="34" charset="-122"/>
              <a:cs typeface="Huawei Sans bold" panose="020C0803030203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6CF5F8-076E-4067-94D8-90564C31D059}"/>
              </a:ext>
            </a:extLst>
          </p:cNvPr>
          <p:cNvSpPr/>
          <p:nvPr/>
        </p:nvSpPr>
        <p:spPr>
          <a:xfrm>
            <a:off x="1190469" y="1194887"/>
            <a:ext cx="2528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>
                <a:latin typeface="Huawei Sans" panose="020C0503030203020204" pitchFamily="34" charset="0"/>
                <a:ea typeface="微软雅黑" panose="020B0503020204020204" pitchFamily="34" charset="-122"/>
                <a:cs typeface="Huawei Sans" panose="020C0503030203020204" pitchFamily="34" charset="0"/>
              </a:rPr>
              <a:t>HUAWEI CLOUD</a:t>
            </a:r>
            <a:endParaRPr lang="zh-CN" altLang="en-US" sz="2400" dirty="0">
              <a:latin typeface="Huawei Sans" panose="020C0503030203020204" pitchFamily="34" charset="0"/>
              <a:ea typeface="微软雅黑" panose="020B0503020204020204" pitchFamily="34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040391-7D6F-4B50-BA4A-B33F85E50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701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C4D60C77-6220-461A-AB6F-1A193D3AA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295940B-DFF3-4EE1-A3E7-859020EBA06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83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Timeline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2120613" y="1305670"/>
            <a:ext cx="7969717" cy="997345"/>
            <a:chOff x="594232" y="1629725"/>
            <a:chExt cx="7969717" cy="997345"/>
          </a:xfrm>
        </p:grpSpPr>
        <p:grpSp>
          <p:nvGrpSpPr>
            <p:cNvPr id="54" name="Group 53"/>
            <p:cNvGrpSpPr/>
            <p:nvPr/>
          </p:nvGrpSpPr>
          <p:grpSpPr>
            <a:xfrm>
              <a:off x="594232" y="1629725"/>
              <a:ext cx="1503823" cy="997345"/>
              <a:chOff x="2015078" y="4111351"/>
              <a:chExt cx="1503823" cy="997345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2752288" y="1629725"/>
              <a:ext cx="1503823" cy="997345"/>
              <a:chOff x="2015078" y="4111351"/>
              <a:chExt cx="1503823" cy="997345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4902488" y="1629725"/>
              <a:ext cx="1503823" cy="997345"/>
              <a:chOff x="2015078" y="4111351"/>
              <a:chExt cx="1503823" cy="997345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7060126" y="1629725"/>
              <a:ext cx="1503823" cy="997345"/>
              <a:chOff x="2015078" y="4111351"/>
              <a:chExt cx="1503823" cy="997345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</p:grpSp>
      <p:grpSp>
        <p:nvGrpSpPr>
          <p:cNvPr id="67" name="Group 66"/>
          <p:cNvGrpSpPr/>
          <p:nvPr/>
        </p:nvGrpSpPr>
        <p:grpSpPr>
          <a:xfrm>
            <a:off x="3358863" y="4554987"/>
            <a:ext cx="5812079" cy="997345"/>
            <a:chOff x="594232" y="1629725"/>
            <a:chExt cx="5812079" cy="997345"/>
          </a:xfrm>
        </p:grpSpPr>
        <p:grpSp>
          <p:nvGrpSpPr>
            <p:cNvPr id="68" name="Group 67"/>
            <p:cNvGrpSpPr/>
            <p:nvPr/>
          </p:nvGrpSpPr>
          <p:grpSpPr>
            <a:xfrm>
              <a:off x="594232" y="1629725"/>
              <a:ext cx="1503823" cy="997345"/>
              <a:chOff x="2015078" y="4111351"/>
              <a:chExt cx="1503823" cy="997345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2752288" y="1629725"/>
              <a:ext cx="1503823" cy="997345"/>
              <a:chOff x="2015078" y="4111351"/>
              <a:chExt cx="1503823" cy="997345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4902488" y="1629725"/>
              <a:ext cx="1503823" cy="997345"/>
              <a:chOff x="2015078" y="4111351"/>
              <a:chExt cx="1503823" cy="997345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2015080" y="4323866"/>
                <a:ext cx="1503821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Lorem ipsum dolor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cras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Amet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in.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Rutrum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integer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ullamcorper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dictumst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bibendum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Sit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esrti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etiam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nec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9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eros</a:t>
                </a:r>
                <a:r>
                  <a:rPr 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2015078" y="4111351"/>
                <a:ext cx="11884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/>
                  <a:t>Lorem ipsum </a:t>
                </a:r>
              </a:p>
            </p:txBody>
          </p:sp>
        </p:grpSp>
      </p:grpSp>
      <p:grpSp>
        <p:nvGrpSpPr>
          <p:cNvPr id="89" name="Group 88"/>
          <p:cNvGrpSpPr/>
          <p:nvPr/>
        </p:nvGrpSpPr>
        <p:grpSpPr>
          <a:xfrm>
            <a:off x="1783893" y="2529080"/>
            <a:ext cx="8628976" cy="1799840"/>
            <a:chOff x="257513" y="2853126"/>
            <a:chExt cx="8628976" cy="1799840"/>
          </a:xfrm>
        </p:grpSpPr>
        <p:grpSp>
          <p:nvGrpSpPr>
            <p:cNvPr id="3" name="1 Grupo"/>
            <p:cNvGrpSpPr/>
            <p:nvPr/>
          </p:nvGrpSpPr>
          <p:grpSpPr>
            <a:xfrm>
              <a:off x="257513" y="3704665"/>
              <a:ext cx="8628976" cy="85149"/>
              <a:chOff x="467544" y="2597889"/>
              <a:chExt cx="8208861" cy="81000"/>
            </a:xfrm>
          </p:grpSpPr>
          <p:cxnSp>
            <p:nvCxnSpPr>
              <p:cNvPr id="4" name="18 Conector recto"/>
              <p:cNvCxnSpPr>
                <a:stCxn id="6" idx="6"/>
                <a:endCxn id="5" idx="2"/>
              </p:cNvCxnSpPr>
              <p:nvPr/>
            </p:nvCxnSpPr>
            <p:spPr>
              <a:xfrm>
                <a:off x="548552" y="2638389"/>
                <a:ext cx="8046843" cy="0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23 Elipse"/>
              <p:cNvSpPr/>
              <p:nvPr/>
            </p:nvSpPr>
            <p:spPr>
              <a:xfrm>
                <a:off x="8595394" y="2597889"/>
                <a:ext cx="81011" cy="81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200">
                  <a:solidFill>
                    <a:schemeClr val="tx1"/>
                  </a:solidFill>
                  <a:latin typeface="Trebuchet MS" panose="020B0603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" name="24 Elipse"/>
              <p:cNvSpPr/>
              <p:nvPr/>
            </p:nvSpPr>
            <p:spPr>
              <a:xfrm>
                <a:off x="467544" y="2597889"/>
                <a:ext cx="81011" cy="81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200">
                  <a:solidFill>
                    <a:schemeClr val="tx1"/>
                  </a:solidFill>
                  <a:latin typeface="Trebuchet MS" panose="020B0603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7" name="2 Grupo"/>
            <p:cNvGrpSpPr/>
            <p:nvPr/>
          </p:nvGrpSpPr>
          <p:grpSpPr>
            <a:xfrm>
              <a:off x="1275809" y="2853126"/>
              <a:ext cx="141927" cy="965113"/>
              <a:chOff x="1436278" y="1787812"/>
              <a:chExt cx="135019" cy="918087"/>
            </a:xfrm>
          </p:grpSpPr>
          <p:sp>
            <p:nvSpPr>
              <p:cNvPr id="8" name="25 Elipse"/>
              <p:cNvSpPr/>
              <p:nvPr/>
            </p:nvSpPr>
            <p:spPr>
              <a:xfrm>
                <a:off x="1436278" y="2570899"/>
                <a:ext cx="135019" cy="135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9" name="40 Conector recto"/>
              <p:cNvCxnSpPr/>
              <p:nvPr/>
            </p:nvCxnSpPr>
            <p:spPr>
              <a:xfrm flipV="1">
                <a:off x="1503186" y="1857792"/>
                <a:ext cx="5547" cy="713104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41 Elipse"/>
              <p:cNvSpPr/>
              <p:nvPr/>
            </p:nvSpPr>
            <p:spPr>
              <a:xfrm>
                <a:off x="1467943" y="1787812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11" name="4 Grupo"/>
            <p:cNvGrpSpPr/>
            <p:nvPr/>
          </p:nvGrpSpPr>
          <p:grpSpPr>
            <a:xfrm>
              <a:off x="2350880" y="3676281"/>
              <a:ext cx="141927" cy="976685"/>
              <a:chOff x="2459025" y="2570898"/>
              <a:chExt cx="135019" cy="929095"/>
            </a:xfrm>
          </p:grpSpPr>
          <p:sp>
            <p:nvSpPr>
              <p:cNvPr id="12" name="26 Elipse"/>
              <p:cNvSpPr/>
              <p:nvPr/>
            </p:nvSpPr>
            <p:spPr>
              <a:xfrm>
                <a:off x="2459025" y="2570898"/>
                <a:ext cx="135019" cy="13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13" name="42 Conector recto"/>
              <p:cNvCxnSpPr/>
              <p:nvPr/>
            </p:nvCxnSpPr>
            <p:spPr>
              <a:xfrm flipV="1">
                <a:off x="2518306" y="2705899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48 Elipse"/>
              <p:cNvSpPr/>
              <p:nvPr/>
            </p:nvSpPr>
            <p:spPr>
              <a:xfrm>
                <a:off x="2478571" y="3418993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15" name="6 Grupo"/>
            <p:cNvGrpSpPr/>
            <p:nvPr/>
          </p:nvGrpSpPr>
          <p:grpSpPr>
            <a:xfrm>
              <a:off x="3425951" y="2853126"/>
              <a:ext cx="141927" cy="965113"/>
              <a:chOff x="3481768" y="1787812"/>
              <a:chExt cx="135019" cy="918087"/>
            </a:xfrm>
          </p:grpSpPr>
          <p:sp>
            <p:nvSpPr>
              <p:cNvPr id="16" name="27 Elipse"/>
              <p:cNvSpPr/>
              <p:nvPr/>
            </p:nvSpPr>
            <p:spPr>
              <a:xfrm>
                <a:off x="3481768" y="2570899"/>
                <a:ext cx="135019" cy="135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17" name="43 Conector recto"/>
              <p:cNvCxnSpPr/>
              <p:nvPr/>
            </p:nvCxnSpPr>
            <p:spPr>
              <a:xfrm flipV="1">
                <a:off x="3550652" y="1859059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49 Elipse"/>
              <p:cNvSpPr/>
              <p:nvPr/>
            </p:nvSpPr>
            <p:spPr>
              <a:xfrm>
                <a:off x="3516475" y="1787812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19" name="7 Grupo"/>
            <p:cNvGrpSpPr/>
            <p:nvPr/>
          </p:nvGrpSpPr>
          <p:grpSpPr>
            <a:xfrm>
              <a:off x="4501023" y="3676280"/>
              <a:ext cx="141927" cy="976686"/>
              <a:chOff x="4504512" y="2570897"/>
              <a:chExt cx="135019" cy="929096"/>
            </a:xfrm>
          </p:grpSpPr>
          <p:sp>
            <p:nvSpPr>
              <p:cNvPr id="20" name="36 Elipse"/>
              <p:cNvSpPr/>
              <p:nvPr/>
            </p:nvSpPr>
            <p:spPr>
              <a:xfrm>
                <a:off x="4504512" y="2570897"/>
                <a:ext cx="135019" cy="135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21" name="44 Conector recto"/>
              <p:cNvCxnSpPr/>
              <p:nvPr/>
            </p:nvCxnSpPr>
            <p:spPr>
              <a:xfrm flipV="1">
                <a:off x="4571662" y="2699129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50 Elipse"/>
              <p:cNvSpPr/>
              <p:nvPr/>
            </p:nvSpPr>
            <p:spPr>
              <a:xfrm>
                <a:off x="4533907" y="3418993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23" name="8 Grupo"/>
            <p:cNvGrpSpPr/>
            <p:nvPr/>
          </p:nvGrpSpPr>
          <p:grpSpPr>
            <a:xfrm>
              <a:off x="5576094" y="2853127"/>
              <a:ext cx="141927" cy="965112"/>
              <a:chOff x="5527256" y="1787812"/>
              <a:chExt cx="135019" cy="918086"/>
            </a:xfrm>
          </p:grpSpPr>
          <p:sp>
            <p:nvSpPr>
              <p:cNvPr id="24" name="37 Elipse"/>
              <p:cNvSpPr/>
              <p:nvPr/>
            </p:nvSpPr>
            <p:spPr>
              <a:xfrm>
                <a:off x="5527256" y="2570898"/>
                <a:ext cx="135019" cy="135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25" name="45 Conector recto"/>
              <p:cNvCxnSpPr/>
              <p:nvPr/>
            </p:nvCxnSpPr>
            <p:spPr>
              <a:xfrm flipV="1">
                <a:off x="5596189" y="1858765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51 Elipse"/>
              <p:cNvSpPr/>
              <p:nvPr/>
            </p:nvSpPr>
            <p:spPr>
              <a:xfrm>
                <a:off x="5562802" y="1787812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27" name="9 Grupo"/>
            <p:cNvGrpSpPr/>
            <p:nvPr/>
          </p:nvGrpSpPr>
          <p:grpSpPr>
            <a:xfrm>
              <a:off x="6651167" y="3676281"/>
              <a:ext cx="141927" cy="965064"/>
              <a:chOff x="6550000" y="2570894"/>
              <a:chExt cx="135019" cy="918039"/>
            </a:xfrm>
          </p:grpSpPr>
          <p:sp>
            <p:nvSpPr>
              <p:cNvPr id="28" name="38 Elipse"/>
              <p:cNvSpPr/>
              <p:nvPr/>
            </p:nvSpPr>
            <p:spPr>
              <a:xfrm>
                <a:off x="6550000" y="2570894"/>
                <a:ext cx="135019" cy="135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29" name="46 Conector recto"/>
              <p:cNvCxnSpPr/>
              <p:nvPr/>
            </p:nvCxnSpPr>
            <p:spPr>
              <a:xfrm flipV="1">
                <a:off x="6614592" y="2699128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52 Elipse"/>
              <p:cNvSpPr/>
              <p:nvPr/>
            </p:nvSpPr>
            <p:spPr>
              <a:xfrm>
                <a:off x="6579600" y="3407933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31" name="10 Grupo"/>
            <p:cNvGrpSpPr/>
            <p:nvPr/>
          </p:nvGrpSpPr>
          <p:grpSpPr>
            <a:xfrm>
              <a:off x="7741256" y="2853127"/>
              <a:ext cx="141927" cy="965112"/>
              <a:chOff x="7587030" y="1787812"/>
              <a:chExt cx="135019" cy="918086"/>
            </a:xfrm>
          </p:grpSpPr>
          <p:sp>
            <p:nvSpPr>
              <p:cNvPr id="32" name="39 Elipse"/>
              <p:cNvSpPr/>
              <p:nvPr/>
            </p:nvSpPr>
            <p:spPr>
              <a:xfrm>
                <a:off x="7587030" y="2570898"/>
                <a:ext cx="135019" cy="135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33" name="47 Conector recto"/>
              <p:cNvCxnSpPr/>
              <p:nvPr/>
            </p:nvCxnSpPr>
            <p:spPr>
              <a:xfrm flipV="1">
                <a:off x="7648800" y="1858765"/>
                <a:ext cx="5547" cy="713105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53 Elipse"/>
              <p:cNvSpPr/>
              <p:nvPr/>
            </p:nvSpPr>
            <p:spPr>
              <a:xfrm>
                <a:off x="7617376" y="1787812"/>
                <a:ext cx="81011" cy="81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2" tIns="34286" rIns="68572" bIns="34286" rtlCol="0" anchor="ctr"/>
              <a:lstStyle/>
              <a:p>
                <a:pPr algn="ctr"/>
                <a:endParaRPr lang="es-MX" sz="1050">
                  <a:solidFill>
                    <a:schemeClr val="tx1"/>
                  </a:solidFill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90" name="Group 89"/>
          <p:cNvGrpSpPr/>
          <p:nvPr/>
        </p:nvGrpSpPr>
        <p:grpSpPr>
          <a:xfrm>
            <a:off x="2520505" y="3604351"/>
            <a:ext cx="7173687" cy="400110"/>
            <a:chOff x="994124" y="3855471"/>
            <a:chExt cx="7173687" cy="400110"/>
          </a:xfrm>
        </p:grpSpPr>
        <p:sp>
          <p:nvSpPr>
            <p:cNvPr id="82" name="TextBox 81"/>
            <p:cNvSpPr txBox="1"/>
            <p:nvPr/>
          </p:nvSpPr>
          <p:spPr>
            <a:xfrm>
              <a:off x="994124" y="385547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1"/>
                  </a:solidFill>
                </a:rPr>
                <a:t>1960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150673" y="385547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3"/>
                  </a:solidFill>
                </a:rPr>
                <a:t>1980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307222" y="385547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5"/>
                  </a:solidFill>
                </a:rPr>
                <a:t>2000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463772" y="385547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tx2"/>
                  </a:solidFill>
                </a:rPr>
                <a:t>2020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3587562" y="2853539"/>
            <a:ext cx="5031071" cy="400110"/>
            <a:chOff x="2061181" y="3104659"/>
            <a:chExt cx="5031071" cy="400110"/>
          </a:xfrm>
        </p:grpSpPr>
        <p:sp>
          <p:nvSpPr>
            <p:cNvPr id="86" name="TextBox 85"/>
            <p:cNvSpPr txBox="1"/>
            <p:nvPr/>
          </p:nvSpPr>
          <p:spPr>
            <a:xfrm>
              <a:off x="2061181" y="3104659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</a:rPr>
                <a:t>1970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224697" y="3104659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4">
                      <a:lumMod val="75000"/>
                    </a:schemeClr>
                  </a:solidFill>
                </a:rPr>
                <a:t>1990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88213" y="3104659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2010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60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870B2E42-EE4A-4BA3-B5FD-06387F4D0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5891E87-9BE3-4A6E-9338-1CDB22E5E5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3DA0709F-480D-496D-9AE3-86CE30CA73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321354"/>
              </p:ext>
            </p:extLst>
          </p:nvPr>
        </p:nvGraphicFramePr>
        <p:xfrm>
          <a:off x="781810" y="2597851"/>
          <a:ext cx="3852104" cy="2950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94B88A61-E321-43A5-AF28-824FF07DC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80311"/>
              </p:ext>
            </p:extLst>
          </p:nvPr>
        </p:nvGraphicFramePr>
        <p:xfrm>
          <a:off x="4953403" y="2284225"/>
          <a:ext cx="6417697" cy="3705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543">
                  <a:extLst>
                    <a:ext uri="{9D8B030D-6E8A-4147-A177-3AD203B41FA5}">
                      <a16:colId xmlns:a16="http://schemas.microsoft.com/office/drawing/2014/main" val="3290653754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226355419"/>
                    </a:ext>
                  </a:extLst>
                </a:gridCol>
                <a:gridCol w="948266">
                  <a:extLst>
                    <a:ext uri="{9D8B030D-6E8A-4147-A177-3AD203B41FA5}">
                      <a16:colId xmlns:a16="http://schemas.microsoft.com/office/drawing/2014/main" val="1019984887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4189785689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5006007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1514843"/>
                    </a:ext>
                  </a:extLst>
                </a:gridCol>
                <a:gridCol w="936976">
                  <a:extLst>
                    <a:ext uri="{9D8B030D-6E8A-4147-A177-3AD203B41FA5}">
                      <a16:colId xmlns:a16="http://schemas.microsoft.com/office/drawing/2014/main" val="3567691634"/>
                    </a:ext>
                  </a:extLst>
                </a:gridCol>
              </a:tblGrid>
              <a:tr h="59519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T-Mobile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Huawei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ea typeface="+mn-ea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ea typeface="+mn-ea"/>
                          <a:cs typeface="Huawei Sans" panose="020C0503030203020204" pitchFamily="34" charset="0"/>
                        </a:rPr>
                        <a:t>Orange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Mobile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Telecom 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China Unicom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18184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22M-40M</a:t>
                      </a:r>
                    </a:p>
                  </a:txBody>
                  <a:tcPr marL="7200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marL="90000" marR="90000" marT="46800" marB="468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ts val="21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endParaRPr lang="en-US" sz="3600" dirty="0">
                        <a:latin typeface="Huawei Sans" panose="020C0503030203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8383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50M-80M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 marL="7200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18238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18M-25M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293942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Huawei Sans" panose="020C0503030203020204" pitchFamily="34" charset="0"/>
                          <a:cs typeface="Huawei Sans" panose="020C0503030203020204" pitchFamily="34" charset="0"/>
                        </a:rPr>
                        <a:t>22M-35M</a:t>
                      </a:r>
                      <a:endParaRPr lang="en-US" sz="1050" dirty="0">
                        <a:latin typeface="Huawei Sans" panose="020C0503030203020204" pitchFamily="34" charset="0"/>
                        <a:cs typeface="Huawei Sans" panose="020C05030302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Huawei Sans bold" panose="020C0803030203020204" pitchFamily="34" charset="0"/>
                          <a:cs typeface="Huawei Sans bold" panose="020C0803030203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3667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uawei Sans" panose="020C0503030203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6231359"/>
                  </a:ext>
                </a:extLst>
              </a:tr>
            </a:tbl>
          </a:graphicData>
        </a:graphic>
      </p:graphicFrame>
      <p:sp>
        <p:nvSpPr>
          <p:cNvPr id="13" name="Text Box 22">
            <a:extLst>
              <a:ext uri="{FF2B5EF4-FFF2-40B4-BE49-F238E27FC236}">
                <a16:creationId xmlns:a16="http://schemas.microsoft.com/office/drawing/2014/main" id="{F694A82C-FFD9-416E-8910-A1829A18D518}"/>
              </a:ext>
            </a:extLst>
          </p:cNvPr>
          <p:cNvSpPr txBox="1">
            <a:spLocks noChangeArrowheads="1"/>
          </p:cNvSpPr>
          <p:nvPr/>
        </p:nvSpPr>
        <p:spPr bwMode="auto">
          <a:xfrm rot="-1200000">
            <a:off x="6777508" y="4954608"/>
            <a:ext cx="5351617" cy="698051"/>
          </a:xfrm>
          <a:prstGeom prst="rect">
            <a:avLst/>
          </a:prstGeom>
          <a:solidFill>
            <a:srgbClr val="FFFFFF">
              <a:alpha val="5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lIns="105092" tIns="101810" rIns="105092" bIns="10181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731838"/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 page is for color matching. Please delete this page for formal use.</a:t>
            </a:r>
          </a:p>
        </p:txBody>
      </p:sp>
    </p:spTree>
    <p:extLst>
      <p:ext uri="{BB962C8B-B14F-4D97-AF65-F5344CB8AC3E}">
        <p14:creationId xmlns:p14="http://schemas.microsoft.com/office/powerpoint/2010/main" val="27101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